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4139-24CE-43D7-A2F5-A66219BB5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822C8-E44D-4586-9A76-FD48151C7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3014-53C4-41A3-9DC0-9114B60C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7DDC-5D11-4CF9-AD28-01332F84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B7CA-9A13-4734-AAA6-DFFE070F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6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4CC8-C6C3-4166-BD68-DBE0C0C1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2240-B5C5-4672-8E0D-675B7BD6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49207-8E72-414D-BC01-F1181948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94F6-6C14-4AEA-98DF-875933DE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4AE5-E543-4C5A-8B91-3CCEED8F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2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7E63-FF6C-49E9-A6B5-4CA0F9FE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F795C-8A63-44F3-A1B8-9B25889F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A12D-C88A-4344-85C5-1EC56233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0902-FFC2-4646-ADB6-2E03FBDC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79CD-A762-46DB-A08D-9A52A87C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0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7FA6-F89C-451F-AD51-8AD94F57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6002-93B9-4273-8093-159CF53CC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0B66F-5986-4CF5-9944-BA60407F4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40E8A-6147-400B-A4A2-85551704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32953-9153-41B3-A8A3-A74E8A23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03D80-3CB0-48A8-9EC9-C7B1CE7C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3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3A81-BDB8-466C-BB95-4448EEC0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44740-DCD6-48D2-B252-50EF9457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02B93-1C19-4F12-8BC8-3274BAA4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FBE56-B545-41C2-A45B-87D9E3DCA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DF088-A9CE-4ADC-9A07-A6C719A97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C65D1-E1A8-4044-9806-8087EAD6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9E8D8-E2F9-4C78-BC35-DD05AA30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6520-8A82-4F7A-8898-4AC571B5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F1DA-2B3E-4173-AD69-1A5D6C75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9378B-9BEB-4522-A4E1-8DD5B6BE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98902-05B0-4472-AB38-DA7E0C0F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25AD-ED10-4835-9A98-2E6FD85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0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7769A-4ECD-4180-89C7-93C77149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56BC6-979D-4A56-8E98-7936F64E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0B78-CD03-43FA-BEA8-20CC402A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3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E7EF-4E54-43E9-85DE-01A47F69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7E76-4359-4757-A2B9-47647204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6461-564F-4278-80F5-A35C863C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B7400-2053-44FD-BC88-4FC3930E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EFA72-5F53-490A-9DD7-45AD7CCB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2F842-4E19-42D3-AB33-8634E39C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2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D4E2-C33B-4CD3-B46D-5916E240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AA9BB-D766-4ADB-936C-D924FB856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79E9-5FF7-4849-ABBF-07BC55F98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81A00-335E-421A-A05D-704F826D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4A5BF-43FF-45C8-B118-7FA65F04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2965F-4889-40A1-88C8-E6741BE9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680F-5290-43DA-91BB-DE9275A9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75FBC-BB49-4679-8EBF-3F138F72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A129-9A20-477F-811F-5AA175B8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0CC7-5CBC-44C9-B785-468E27F8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8EFC8-5DB1-4359-BF18-3D7DC201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11DBB-BDD8-4DDF-A29D-C6C50A6E6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53425-2B8E-41AD-A874-CFF3B24A4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CADA-AF9C-4753-9CE2-FA436703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B7CC-3BA8-42C6-BF9F-530638CF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5518-7BA3-49E0-9D80-D20BAA07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B3C54-73A1-4E6F-93C6-31952155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342FE-075D-4656-919E-F8CA39B8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6CDF1-9DCB-4BE8-A733-3F2EED505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682CF-FAD7-4BD3-8747-1696A45B068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56DD4-3CAD-4D05-8818-33CD95D1F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E85D-4262-46FA-A92F-CDE6840D8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A13F-BDB2-463F-AD4F-E473D7289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6663"/>
            <a:ext cx="9144000" cy="54932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BIAM Recruitment Exam Management System.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DA50DD5-9AA5-4C2A-9CB3-F99082D4C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8845"/>
              </p:ext>
            </p:extLst>
          </p:nvPr>
        </p:nvGraphicFramePr>
        <p:xfrm>
          <a:off x="2028966" y="3058023"/>
          <a:ext cx="7892956" cy="14833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621207">
                  <a:extLst>
                    <a:ext uri="{9D8B030D-6E8A-4147-A177-3AD203B41FA5}">
                      <a16:colId xmlns:a16="http://schemas.microsoft.com/office/drawing/2014/main" val="2837055047"/>
                    </a:ext>
                  </a:extLst>
                </a:gridCol>
                <a:gridCol w="4271749">
                  <a:extLst>
                    <a:ext uri="{9D8B030D-6E8A-4147-A177-3AD203B41FA5}">
                      <a16:colId xmlns:a16="http://schemas.microsoft.com/office/drawing/2014/main" val="2445087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Concept/Designer/Author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7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Typing Engine: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</a:t>
                      </a:r>
                      <a:r>
                        <a:rPr lang="en-US" dirty="0" err="1"/>
                        <a:t>Basedul</a:t>
                      </a:r>
                      <a:r>
                        <a:rPr lang="en-US" dirty="0"/>
                        <a:t> Islam, AP,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3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Svelte5 + Inertia.js implementation: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Adal Khan, CO,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60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Backend Development: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Md. Adal Khan, CO, BIAM Foundation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606852"/>
                  </a:ext>
                </a:extLst>
              </a:tr>
            </a:tbl>
          </a:graphicData>
        </a:graphic>
      </p:graphicFrame>
      <p:pic>
        <p:nvPicPr>
          <p:cNvPr id="1028" name="Picture 4" descr="BIAM Foundation | Dhaka">
            <a:extLst>
              <a:ext uri="{FF2B5EF4-FFF2-40B4-BE49-F238E27FC236}">
                <a16:creationId xmlns:a16="http://schemas.microsoft.com/office/drawing/2014/main" id="{887CC4B7-4439-4C86-992A-CDE7CEA8F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603" y="251465"/>
            <a:ext cx="1316084" cy="11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5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32093" cy="56292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Inter 18pt" panose="02000503000000020004" pitchFamily="2" charset="0"/>
                <a:ea typeface="Inter 18pt" panose="02000503000000020004" pitchFamily="2" charset="0"/>
              </a:rPr>
              <a:t>Authentication System: (Admin)</a:t>
            </a:r>
          </a:p>
        </p:txBody>
      </p:sp>
    </p:spTree>
    <p:extLst>
      <p:ext uri="{BB962C8B-B14F-4D97-AF65-F5344CB8AC3E}">
        <p14:creationId xmlns:p14="http://schemas.microsoft.com/office/powerpoint/2010/main" val="2400317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Inter 18pt</vt:lpstr>
      <vt:lpstr>Office Theme</vt:lpstr>
      <vt:lpstr>BIAM Recruitment Exam Management System.</vt:lpstr>
      <vt:lpstr>Authentication System: (Admin)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BIAM Recruitment Exam</dc:title>
  <dc:creator>BIAM</dc:creator>
  <cp:lastModifiedBy>BIAM</cp:lastModifiedBy>
  <cp:revision>21</cp:revision>
  <dcterms:created xsi:type="dcterms:W3CDTF">2026-01-11T08:37:07Z</dcterms:created>
  <dcterms:modified xsi:type="dcterms:W3CDTF">2026-01-11T10:02:53Z</dcterms:modified>
</cp:coreProperties>
</file>