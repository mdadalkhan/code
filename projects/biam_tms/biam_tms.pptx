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6765" autoAdjust="0"/>
    <p:restoredTop sz="94660"/>
  </p:normalViewPr>
  <p:slideViewPr>
    <p:cSldViewPr snapToGrid="0">
      <p:cViewPr varScale="1">
        <p:scale>
          <a:sx n="82" d="100"/>
          <a:sy n="82" d="100"/>
        </p:scale>
        <p:origin x="636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E1E77F-6FE7-45C3-B4DF-E199002F2F0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87A0902-029E-4804-8E28-7BE478558AE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D4CEF2-0DA9-4AAD-81A8-D1FE7EF0ED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EE68CF-25BC-4803-ABE6-3522B89FB9A6}" type="datetimeFigureOut">
              <a:rPr lang="en-US" smtClean="0"/>
              <a:t>1/11/2026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3104FB-DFD0-48F6-A9C1-2DC34A3EFD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9BC4B4-915F-4316-A857-CE6966B1FA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DB50E-8B83-4041-9647-0AFD351C19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85961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02BD65-E39F-4470-8455-88518EBD80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A7C033-BF28-44D1-B6E0-0993A337EC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C8FC7F-4B73-4ECA-B6AD-7BE2732D24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EE68CF-25BC-4803-ABE6-3522B89FB9A6}" type="datetimeFigureOut">
              <a:rPr lang="en-US" smtClean="0"/>
              <a:t>1/11/2026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EF157D-B281-4E1C-944C-66A64B3816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A20DF0-261A-4E08-B20F-2F63CE5D11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DB50E-8B83-4041-9647-0AFD351C19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10606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0F70FB-615F-4BA2-B6B7-C62142EB52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682CEEC-4A43-476E-9821-1286039D7AB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700DFD-8E23-4A75-AE77-BAF69AF86F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EE68CF-25BC-4803-ABE6-3522B89FB9A6}" type="datetimeFigureOut">
              <a:rPr lang="en-US" smtClean="0"/>
              <a:t>1/11/2026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68A75B-C220-45BC-9794-4C35BD07D1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6433E4-3FA4-4CDA-8F43-884314FDA8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DB50E-8B83-4041-9647-0AFD351C19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70255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CD4436-A58C-49B2-8191-C9C04C63CE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160805-9C4D-478C-8528-56655879F80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317F750-061B-4154-87F7-FE3EAE47894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BA0B2E8-61FE-46C4-85B9-356245D523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EE68CF-25BC-4803-ABE6-3522B89FB9A6}" type="datetimeFigureOut">
              <a:rPr lang="en-US" smtClean="0"/>
              <a:t>1/11/2026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16A179-B9D5-45E9-8228-82EC887320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40A48DE-46A3-4926-884C-4081529579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DB50E-8B83-4041-9647-0AFD351C19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16429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7B075C-7200-4D31-9588-76E06C150D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C6EEAA3-507B-4403-ACC7-D164C0198A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381F6F5-695E-410F-ADCA-30760BF79D7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0AC3625-ABCB-46F9-A32D-8CD2E8B47F5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29FA208-1E5A-407A-BD9E-44907EFDD54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A429E0D-2E75-4729-BF2C-20917D31C2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EE68CF-25BC-4803-ABE6-3522B89FB9A6}" type="datetimeFigureOut">
              <a:rPr lang="en-US" smtClean="0"/>
              <a:t>1/11/2026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03F6023-59A1-4748-92A0-FEC6546876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E44D6E9-4DAE-4ECE-8B25-05AC257673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DB50E-8B83-4041-9647-0AFD351C19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33961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89058D-AB0B-4795-9503-9EE72EA233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46FD424-8AE4-4462-B038-2638B55BD8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EE68CF-25BC-4803-ABE6-3522B89FB9A6}" type="datetimeFigureOut">
              <a:rPr lang="en-US" smtClean="0"/>
              <a:t>1/11/2026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2B2C7A5-D4B3-47F9-8E61-6FBA8BC172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22921D3-264B-4D97-B72B-56E87AE86D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DB50E-8B83-4041-9647-0AFD351C19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73250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AE74D65-2F2B-42DD-8720-FD62AE225A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EE68CF-25BC-4803-ABE6-3522B89FB9A6}" type="datetimeFigureOut">
              <a:rPr lang="en-US" smtClean="0"/>
              <a:t>1/11/2026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135E1FC-08CF-49BD-B7DC-3820EB7D18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7C7BCCB-D94F-46E9-8A15-B1A547F879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DB50E-8B83-4041-9647-0AFD351C19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33011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38641C-2D0F-4B3B-8CB2-46AB4C8C5F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AB3D03-052D-404E-A3C0-DE0EB580E4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1928E50-8743-449D-961F-DD1E77E2B82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5E11D4-2DDC-4B5B-9BBB-E5E83DFDDB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EE68CF-25BC-4803-ABE6-3522B89FB9A6}" type="datetimeFigureOut">
              <a:rPr lang="en-US" smtClean="0"/>
              <a:t>1/11/2026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E3FF53B-2F0A-4DDF-A365-2812542869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A5ED129-6AC1-4822-9718-2508129284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DB50E-8B83-4041-9647-0AFD351C19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26336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DF1814-31DB-455A-997B-DC599C6102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58182D7-4695-43C1-A2B1-228130C9C23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A141179-A7B0-443B-9270-99EB66AE8BB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0BD0F5F-0071-4891-B643-BA9D089C01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EE68CF-25BC-4803-ABE6-3522B89FB9A6}" type="datetimeFigureOut">
              <a:rPr lang="en-US" smtClean="0"/>
              <a:t>1/11/2026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0DBABAE-5F96-4AD9-BEC9-99CAD728E6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BB9BDC9-DCC0-4DDE-80A7-FA3D302797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DB50E-8B83-4041-9647-0AFD351C19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22756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116CA9-ABB7-4D6F-8011-32868A9D00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93608CD-8D47-4259-81DD-9C943FE25A7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B4F4F3-8CD4-4960-B9DF-70697C1DC2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EE68CF-25BC-4803-ABE6-3522B89FB9A6}" type="datetimeFigureOut">
              <a:rPr lang="en-US" smtClean="0"/>
              <a:t>1/11/2026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B685C7-8195-4003-827E-EB381CED42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C5C85A-0EAF-4102-9925-CE52E25451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DB50E-8B83-4041-9647-0AFD351C19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83786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F879D17-AEA1-479F-9A64-C5335D78457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3CC58D4-B67E-4D74-A250-8B460384BF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E3D43E-7E14-4A77-AA72-0D187EBCC0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EE68CF-25BC-4803-ABE6-3522B89FB9A6}" type="datetimeFigureOut">
              <a:rPr lang="en-US" smtClean="0"/>
              <a:t>1/11/2026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7E7EEE-88EA-4674-BF01-BAF2AAF0A4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EEDC2C-A93F-47B6-A9E8-1DFFAB7E5D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DB50E-8B83-4041-9647-0AFD351C19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73062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B038A25-7C0E-4FFD-8C73-8C67AA4F8B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95D2BC2-ED43-4690-820F-324BC65ADE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CF5711-1CDE-4777-83F6-7EFD3C8EEA8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1EE68CF-25BC-4803-ABE6-3522B89FB9A6}" type="datetimeFigureOut">
              <a:rPr lang="en-US" smtClean="0"/>
              <a:t>1/11/2026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AC324B-E099-4649-AC25-82A52ED2482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BC2DFA-F76E-4578-8456-943ED9DA5D9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01DB50E-8B83-4041-9647-0AFD351C19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16854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hyperlink" Target="mailto:mdadalkhan@gmail.com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mailto:admin@admin.com" TargetMode="External"/><Relationship Id="rId2" Type="http://schemas.openxmlformats.org/officeDocument/2006/relationships/hyperlink" Target="http://localhost:given-port-name" TargetMode="Externa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B62286-CE22-48D5-A565-07B1B84B3B3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233424"/>
            <a:ext cx="9144000" cy="761028"/>
          </a:xfrm>
        </p:spPr>
        <p:txBody>
          <a:bodyPr>
            <a:normAutofit/>
          </a:bodyPr>
          <a:lstStyle/>
          <a:p>
            <a:r>
              <a:rPr lang="en-US" sz="4000" dirty="0">
                <a:latin typeface="Inter 18pt" panose="02000503000000020004" pitchFamily="2" charset="0"/>
                <a:ea typeface="Inter 18pt" panose="02000503000000020004" pitchFamily="2" charset="0"/>
                <a:cs typeface="Courier New" panose="02070309020205020404" pitchFamily="49" charset="0"/>
              </a:rPr>
              <a:t>BIAM Training Management System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E7676ED-2A43-44ED-BF8C-9C2DB8AA4C2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514669"/>
            <a:ext cx="9144000" cy="1853976"/>
          </a:xfrm>
        </p:spPr>
        <p:txBody>
          <a:bodyPr/>
          <a:lstStyle/>
          <a:p>
            <a:r>
              <a:rPr lang="en-US" b="1" dirty="0">
                <a:latin typeface="Inter 18pt" panose="02000503000000020004" pitchFamily="2" charset="0"/>
                <a:ea typeface="Inter 18pt" panose="02000503000000020004" pitchFamily="2" charset="0"/>
              </a:rPr>
              <a:t>Reverse Engineering</a:t>
            </a:r>
          </a:p>
          <a:p>
            <a:r>
              <a:rPr lang="en-US" dirty="0">
                <a:latin typeface="Inter 18pt" panose="02000503000000020004" pitchFamily="2" charset="0"/>
                <a:ea typeface="Inter 18pt" panose="02000503000000020004" pitchFamily="2" charset="0"/>
              </a:rPr>
              <a:t>Author: Md. Adal Khan</a:t>
            </a:r>
          </a:p>
          <a:p>
            <a:r>
              <a:rPr lang="en-US" dirty="0">
                <a:latin typeface="Inter 18pt" panose="02000503000000020004" pitchFamily="2" charset="0"/>
                <a:ea typeface="Inter 18pt" panose="02000503000000020004" pitchFamily="2" charset="0"/>
              </a:rPr>
              <a:t>Email: </a:t>
            </a:r>
            <a:r>
              <a:rPr lang="en-US" dirty="0">
                <a:latin typeface="Inter 18pt" panose="02000503000000020004" pitchFamily="2" charset="0"/>
                <a:ea typeface="Inter 18pt" panose="02000503000000020004" pitchFamily="2" charset="0"/>
                <a:hlinkClick r:id="rId2"/>
              </a:rPr>
              <a:t>mdadalkhan@gmail.com</a:t>
            </a:r>
            <a:endParaRPr lang="en-US" dirty="0">
              <a:latin typeface="Inter 18pt" panose="02000503000000020004" pitchFamily="2" charset="0"/>
              <a:ea typeface="Inter 18pt" panose="02000503000000020004" pitchFamily="2" charset="0"/>
            </a:endParaRPr>
          </a:p>
          <a:p>
            <a:r>
              <a:rPr lang="en-US" dirty="0">
                <a:latin typeface="Inter 18pt" panose="02000503000000020004" pitchFamily="2" charset="0"/>
                <a:ea typeface="Inter 18pt" panose="02000503000000020004" pitchFamily="2" charset="0"/>
              </a:rPr>
              <a:t>Last Update: 08/01/2026</a:t>
            </a:r>
          </a:p>
          <a:p>
            <a:endParaRPr lang="en-US" dirty="0">
              <a:latin typeface="Inter 18pt" panose="02000503000000020004" pitchFamily="2" charset="0"/>
              <a:ea typeface="Inter 18pt" panose="02000503000000020004" pitchFamily="2" charset="0"/>
            </a:endParaRP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EC31744-7309-4936-9401-B93BB49067D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11843" y="372754"/>
            <a:ext cx="1685925" cy="1409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31450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6E7676ED-2A43-44ED-BF8C-9C2DB8AA4C2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963684"/>
            <a:ext cx="9144000" cy="1853976"/>
          </a:xfrm>
        </p:spPr>
        <p:txBody>
          <a:bodyPr/>
          <a:lstStyle/>
          <a:p>
            <a:endParaRPr lang="en-US" dirty="0">
              <a:latin typeface="Agave Nerd Font" panose="020B0509030604020203" pitchFamily="49" charset="0"/>
            </a:endParaRPr>
          </a:p>
          <a:p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00758A6-7A6E-4569-8223-C583D7C0F171}"/>
              </a:ext>
            </a:extLst>
          </p:cNvPr>
          <p:cNvSpPr txBox="1"/>
          <p:nvPr/>
        </p:nvSpPr>
        <p:spPr>
          <a:xfrm>
            <a:off x="377952" y="269631"/>
            <a:ext cx="11558016" cy="57554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>
                <a:latin typeface="Inter 18pt" panose="02000503000000020004" pitchFamily="2" charset="0"/>
                <a:ea typeface="Inter 18pt" panose="02000503000000020004" pitchFamily="2" charset="0"/>
              </a:rPr>
              <a:t>Introduction</a:t>
            </a:r>
          </a:p>
          <a:p>
            <a:pPr marL="285750" indent="-285750">
              <a:buClr>
                <a:srgbClr val="00B050"/>
              </a:buClr>
              <a:buFont typeface="Wingdings" panose="05000000000000000000" pitchFamily="2" charset="2"/>
              <a:buChar char="Ø"/>
            </a:pPr>
            <a:r>
              <a:rPr lang="en-US" sz="2000" dirty="0">
                <a:latin typeface="Inter 18pt" panose="02000503000000020004" pitchFamily="2" charset="0"/>
                <a:ea typeface="Inter 18pt" panose="02000503000000020004" pitchFamily="2" charset="0"/>
              </a:rPr>
              <a:t>BIAM TMS is a training management software. Originally developed by </a:t>
            </a:r>
            <a:r>
              <a:rPr lang="en-US" sz="2000" dirty="0" err="1">
                <a:latin typeface="Inter 18pt" panose="02000503000000020004" pitchFamily="2" charset="0"/>
                <a:ea typeface="Inter 18pt" panose="02000503000000020004" pitchFamily="2" charset="0"/>
              </a:rPr>
              <a:t>inflack</a:t>
            </a:r>
            <a:r>
              <a:rPr lang="en-US" sz="2000" dirty="0">
                <a:latin typeface="Inter 18pt" panose="02000503000000020004" pitchFamily="2" charset="0"/>
                <a:ea typeface="Inter 18pt" panose="02000503000000020004" pitchFamily="2" charset="0"/>
              </a:rPr>
              <a:t> limited.</a:t>
            </a:r>
          </a:p>
          <a:p>
            <a:endParaRPr lang="en-US" sz="2000" dirty="0">
              <a:latin typeface="Inter 18pt" panose="02000503000000020004" pitchFamily="2" charset="0"/>
              <a:ea typeface="Inter 18pt" panose="02000503000000020004" pitchFamily="2" charset="0"/>
            </a:endParaRPr>
          </a:p>
          <a:p>
            <a:r>
              <a:rPr lang="en-US" sz="1600" dirty="0">
                <a:latin typeface="Inter 18pt" panose="02000503000000020004" pitchFamily="2" charset="0"/>
                <a:ea typeface="Inter 18pt" panose="02000503000000020004" pitchFamily="2" charset="0"/>
              </a:rPr>
              <a:t>Note: </a:t>
            </a:r>
          </a:p>
          <a:p>
            <a:pPr marL="285750" indent="-285750">
              <a:buClr>
                <a:srgbClr val="00B050"/>
              </a:buClr>
              <a:buFont typeface="Wingdings" panose="05000000000000000000" pitchFamily="2" charset="2"/>
              <a:buChar char="ü"/>
            </a:pPr>
            <a:r>
              <a:rPr lang="en-US" sz="1600" dirty="0">
                <a:latin typeface="Inter 18pt" panose="02000503000000020004" pitchFamily="2" charset="0"/>
                <a:ea typeface="Inter 18pt" panose="02000503000000020004" pitchFamily="2" charset="0"/>
              </a:rPr>
              <a:t>This is a legacy project developed using Laravel 8.The frontend UI is built using the Blade templating engine, jQuery, and other jQuery-based plugins. The database engine is not a concern, as Laravel Eloquent ORM handles all database interactions; therefore, no database changes are required for the existing project.</a:t>
            </a:r>
          </a:p>
          <a:p>
            <a:pPr marL="285750" indent="-285750">
              <a:buClr>
                <a:srgbClr val="00B050"/>
              </a:buClr>
              <a:buFont typeface="Wingdings" panose="05000000000000000000" pitchFamily="2" charset="2"/>
              <a:buChar char="ü"/>
            </a:pPr>
            <a:endParaRPr lang="en-US" sz="1600" dirty="0">
              <a:latin typeface="Inter 18pt" panose="02000503000000020004" pitchFamily="2" charset="0"/>
              <a:ea typeface="Inter 18pt" panose="02000503000000020004" pitchFamily="2" charset="0"/>
            </a:endParaRPr>
          </a:p>
          <a:p>
            <a:pPr marL="285750" indent="-285750">
              <a:buClr>
                <a:srgbClr val="00B050"/>
              </a:buClr>
              <a:buFont typeface="Wingdings" panose="05000000000000000000" pitchFamily="2" charset="2"/>
              <a:buChar char="ü"/>
            </a:pPr>
            <a:r>
              <a:rPr lang="en-US" sz="1600" dirty="0">
                <a:latin typeface="Inter 18pt" panose="02000503000000020004" pitchFamily="2" charset="0"/>
                <a:ea typeface="Inter 18pt" panose="02000503000000020004" pitchFamily="2" charset="0"/>
              </a:rPr>
              <a:t>Installation Instruction: install php8.1, MySQL 8</a:t>
            </a:r>
          </a:p>
          <a:p>
            <a:pPr marL="285750" indent="-285750">
              <a:buClr>
                <a:srgbClr val="00B050"/>
              </a:buClr>
              <a:buFont typeface="Wingdings" panose="05000000000000000000" pitchFamily="2" charset="2"/>
              <a:buChar char="ü"/>
            </a:pPr>
            <a:r>
              <a:rPr lang="en-US" sz="1600" dirty="0">
                <a:latin typeface="Inter 18pt" panose="02000503000000020004" pitchFamily="2" charset="0"/>
                <a:ea typeface="Inter 18pt" panose="02000503000000020004" pitchFamily="2" charset="0"/>
              </a:rPr>
              <a:t>Execute following commands/Instruction:</a:t>
            </a:r>
          </a:p>
          <a:p>
            <a:pPr>
              <a:buClr>
                <a:srgbClr val="00B050"/>
              </a:buClr>
            </a:pPr>
            <a:r>
              <a:rPr lang="en-US" sz="1600" dirty="0">
                <a:latin typeface="Inter 18pt" panose="02000503000000020004" pitchFamily="2" charset="0"/>
                <a:ea typeface="Inter 18pt" panose="02000503000000020004" pitchFamily="2" charset="0"/>
              </a:rPr>
              <a:t>        01. create database biam_tms</a:t>
            </a:r>
          </a:p>
          <a:p>
            <a:pPr>
              <a:buClr>
                <a:srgbClr val="00B050"/>
              </a:buClr>
            </a:pPr>
            <a:r>
              <a:rPr lang="en-US" sz="1600" dirty="0">
                <a:latin typeface="Inter 18pt" panose="02000503000000020004" pitchFamily="2" charset="0"/>
                <a:ea typeface="Inter 18pt" panose="02000503000000020004" pitchFamily="2" charset="0"/>
              </a:rPr>
              <a:t>        02. edit .env file. Set database password and database name</a:t>
            </a:r>
          </a:p>
          <a:p>
            <a:pPr>
              <a:buClr>
                <a:srgbClr val="00B050"/>
              </a:buClr>
            </a:pPr>
            <a:r>
              <a:rPr lang="en-US" sz="1600" dirty="0">
                <a:latin typeface="Inter 18pt" panose="02000503000000020004" pitchFamily="2" charset="0"/>
                <a:ea typeface="Inter 18pt" panose="02000503000000020004" pitchFamily="2" charset="0"/>
              </a:rPr>
              <a:t>        03. open project folder.</a:t>
            </a:r>
          </a:p>
          <a:p>
            <a:pPr>
              <a:buClr>
                <a:srgbClr val="00B050"/>
              </a:buClr>
            </a:pPr>
            <a:r>
              <a:rPr lang="en-US" sz="1600" dirty="0">
                <a:latin typeface="Inter 18pt" panose="02000503000000020004" pitchFamily="2" charset="0"/>
                <a:ea typeface="Inter 18pt" panose="02000503000000020004" pitchFamily="2" charset="0"/>
              </a:rPr>
              <a:t>        04. </a:t>
            </a:r>
            <a:r>
              <a:rPr lang="en-US" sz="1600" b="1" dirty="0">
                <a:latin typeface="Inter 18pt" panose="02000503000000020004" pitchFamily="2" charset="0"/>
                <a:ea typeface="Inter 18pt" panose="02000503000000020004" pitchFamily="2" charset="0"/>
              </a:rPr>
              <a:t>php artisan migrate</a:t>
            </a:r>
            <a:r>
              <a:rPr lang="en-US" sz="1600" dirty="0">
                <a:latin typeface="Inter 18pt" panose="02000503000000020004" pitchFamily="2" charset="0"/>
                <a:ea typeface="Inter 18pt" panose="02000503000000020004" pitchFamily="2" charset="0"/>
              </a:rPr>
              <a:t> </a:t>
            </a:r>
          </a:p>
          <a:p>
            <a:pPr>
              <a:buClr>
                <a:srgbClr val="00B050"/>
              </a:buClr>
            </a:pPr>
            <a:r>
              <a:rPr lang="en-US" sz="1600" dirty="0">
                <a:latin typeface="Inter 18pt" panose="02000503000000020004" pitchFamily="2" charset="0"/>
                <a:ea typeface="Inter 18pt" panose="02000503000000020004" pitchFamily="2" charset="0"/>
              </a:rPr>
              <a:t>        05. </a:t>
            </a:r>
            <a:r>
              <a:rPr lang="en-US" sz="1600" b="1" dirty="0">
                <a:latin typeface="Inter 18pt" panose="02000503000000020004" pitchFamily="2" charset="0"/>
                <a:ea typeface="Inter 18pt" panose="02000503000000020004" pitchFamily="2" charset="0"/>
              </a:rPr>
              <a:t>php artisan db:seed</a:t>
            </a:r>
          </a:p>
          <a:p>
            <a:pPr>
              <a:buClr>
                <a:srgbClr val="00B050"/>
              </a:buClr>
            </a:pPr>
            <a:r>
              <a:rPr lang="en-US" sz="1600" b="1" dirty="0">
                <a:latin typeface="Inter 18pt" panose="02000503000000020004" pitchFamily="2" charset="0"/>
                <a:ea typeface="Inter 18pt" panose="02000503000000020004" pitchFamily="2" charset="0"/>
              </a:rPr>
              <a:t>         </a:t>
            </a:r>
            <a:r>
              <a:rPr lang="en-US" sz="1600" dirty="0">
                <a:latin typeface="Inter 18pt" panose="02000503000000020004" pitchFamily="2" charset="0"/>
                <a:ea typeface="Inter 18pt" panose="02000503000000020004" pitchFamily="2" charset="0"/>
              </a:rPr>
              <a:t>06. Setup email server to get OTP or try using phone.</a:t>
            </a:r>
          </a:p>
          <a:p>
            <a:pPr>
              <a:buClr>
                <a:srgbClr val="00B050"/>
              </a:buClr>
            </a:pPr>
            <a:r>
              <a:rPr lang="en-US" sz="1600" b="1" dirty="0">
                <a:latin typeface="Inter 18pt" panose="02000503000000020004" pitchFamily="2" charset="0"/>
                <a:ea typeface="Inter 18pt" panose="02000503000000020004" pitchFamily="2" charset="0"/>
              </a:rPr>
              <a:t>         </a:t>
            </a:r>
            <a:r>
              <a:rPr lang="en-US" sz="1600" dirty="0">
                <a:latin typeface="Inter 18pt" panose="02000503000000020004" pitchFamily="2" charset="0"/>
                <a:ea typeface="Inter 18pt" panose="02000503000000020004" pitchFamily="2" charset="0"/>
              </a:rPr>
              <a:t>07. php artisan server =&gt; go to browser and open </a:t>
            </a:r>
            <a:r>
              <a:rPr lang="en-US" sz="1600" dirty="0">
                <a:latin typeface="Inter 18pt" panose="02000503000000020004" pitchFamily="2" charset="0"/>
                <a:ea typeface="Inter 18pt" panose="02000503000000020004" pitchFamily="2" charset="0"/>
                <a:hlinkClick r:id="rId2"/>
              </a:rPr>
              <a:t>http://localhost:given-port-name</a:t>
            </a:r>
            <a:endParaRPr lang="en-US" sz="1600" dirty="0">
              <a:latin typeface="Inter 18pt" panose="02000503000000020004" pitchFamily="2" charset="0"/>
              <a:ea typeface="Inter 18pt" panose="02000503000000020004" pitchFamily="2" charset="0"/>
            </a:endParaRPr>
          </a:p>
          <a:p>
            <a:pPr>
              <a:buClr>
                <a:srgbClr val="00B050"/>
              </a:buClr>
            </a:pPr>
            <a:r>
              <a:rPr lang="en-US" sz="1600" dirty="0">
                <a:latin typeface="Inter 18pt" panose="02000503000000020004" pitchFamily="2" charset="0"/>
                <a:ea typeface="Inter 18pt" panose="02000503000000020004" pitchFamily="2" charset="0"/>
              </a:rPr>
              <a:t>        08. Super Admin: </a:t>
            </a:r>
            <a:r>
              <a:rPr lang="en-US" sz="1600" dirty="0">
                <a:latin typeface="Inter 18pt" panose="02000503000000020004" pitchFamily="2" charset="0"/>
                <a:ea typeface="Inter 18pt" panose="02000503000000020004" pitchFamily="2" charset="0"/>
                <a:hlinkClick r:id="rId3"/>
              </a:rPr>
              <a:t>admin@admin.com</a:t>
            </a:r>
            <a:r>
              <a:rPr lang="en-US" sz="1600" dirty="0">
                <a:latin typeface="Inter 18pt" panose="02000503000000020004" pitchFamily="2" charset="0"/>
                <a:ea typeface="Inter 18pt" panose="02000503000000020004" pitchFamily="2" charset="0"/>
              </a:rPr>
              <a:t> with password: </a:t>
            </a:r>
            <a:r>
              <a:rPr lang="en-US" sz="1600" b="1" dirty="0">
                <a:latin typeface="Inter 18pt" panose="02000503000000020004" pitchFamily="2" charset="0"/>
                <a:ea typeface="Inter 18pt" panose="02000503000000020004" pitchFamily="2" charset="0"/>
              </a:rPr>
              <a:t>12341234</a:t>
            </a:r>
          </a:p>
          <a:p>
            <a:pPr>
              <a:buClr>
                <a:srgbClr val="00B050"/>
              </a:buClr>
            </a:pPr>
            <a:r>
              <a:rPr lang="en-US" sz="1600" b="1" dirty="0">
                <a:latin typeface="Inter 18pt" panose="02000503000000020004" pitchFamily="2" charset="0"/>
                <a:ea typeface="Inter 18pt" panose="02000503000000020004" pitchFamily="2" charset="0"/>
              </a:rPr>
              <a:t>         </a:t>
            </a:r>
            <a:r>
              <a:rPr lang="en-US" sz="1600" dirty="0">
                <a:latin typeface="Inter 18pt" panose="02000503000000020004" pitchFamily="2" charset="0"/>
                <a:ea typeface="Inter 18pt" panose="02000503000000020004" pitchFamily="2" charset="0"/>
              </a:rPr>
              <a:t>09. Ready</a:t>
            </a:r>
            <a:r>
              <a:rPr lang="en-US" sz="1600" b="1" dirty="0">
                <a:latin typeface="Inter 18pt" panose="02000503000000020004" pitchFamily="2" charset="0"/>
                <a:ea typeface="Inter 18pt" panose="02000503000000020004" pitchFamily="2" charset="0"/>
              </a:rPr>
              <a:t> </a:t>
            </a:r>
          </a:p>
          <a:p>
            <a:pPr>
              <a:buClr>
                <a:srgbClr val="00B050"/>
              </a:buClr>
            </a:pPr>
            <a:endParaRPr lang="en-US" sz="1400" dirty="0">
              <a:latin typeface="Inter 18pt" panose="02000503000000020004" pitchFamily="2" charset="0"/>
              <a:ea typeface="Inter 18pt" panose="02000503000000020004" pitchFamily="2" charset="0"/>
            </a:endParaRPr>
          </a:p>
          <a:p>
            <a:pPr>
              <a:buClr>
                <a:srgbClr val="00B050"/>
              </a:buClr>
            </a:pPr>
            <a:r>
              <a:rPr lang="en-US" sz="1400" dirty="0">
                <a:latin typeface="Inter 18pt" panose="02000503000000020004" pitchFamily="2" charset="0"/>
                <a:ea typeface="Inter 18pt" panose="02000503000000020004" pitchFamily="2" charset="0"/>
              </a:rPr>
              <a:t>        </a:t>
            </a:r>
          </a:p>
        </p:txBody>
      </p:sp>
    </p:spTree>
    <p:extLst>
      <p:ext uri="{BB962C8B-B14F-4D97-AF65-F5344CB8AC3E}">
        <p14:creationId xmlns:p14="http://schemas.microsoft.com/office/powerpoint/2010/main" val="2712855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6E372381-96C0-4419-9EC4-4A735B375A0E}"/>
              </a:ext>
            </a:extLst>
          </p:cNvPr>
          <p:cNvSpPr txBox="1"/>
          <p:nvPr/>
        </p:nvSpPr>
        <p:spPr>
          <a:xfrm>
            <a:off x="363415" y="363416"/>
            <a:ext cx="23887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Lato" panose="020F0502020204030203" pitchFamily="34" charset="0"/>
              </a:rPr>
              <a:t>Initial Authentication:</a:t>
            </a:r>
          </a:p>
        </p:txBody>
      </p:sp>
    </p:spTree>
    <p:extLst>
      <p:ext uri="{BB962C8B-B14F-4D97-AF65-F5344CB8AC3E}">
        <p14:creationId xmlns:p14="http://schemas.microsoft.com/office/powerpoint/2010/main" val="372682280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55</TotalTime>
  <Words>208</Words>
  <Application>Microsoft Office PowerPoint</Application>
  <PresentationFormat>Widescreen</PresentationFormat>
  <Paragraphs>25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11" baseType="lpstr">
      <vt:lpstr>Agave Nerd Font</vt:lpstr>
      <vt:lpstr>Arial</vt:lpstr>
      <vt:lpstr>Calibri</vt:lpstr>
      <vt:lpstr>Calibri Light</vt:lpstr>
      <vt:lpstr>Inter 18pt</vt:lpstr>
      <vt:lpstr>Lato</vt:lpstr>
      <vt:lpstr>Wingdings</vt:lpstr>
      <vt:lpstr>Office Theme</vt:lpstr>
      <vt:lpstr>BIAM Training Management System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BIAM Training Management System</dc:title>
  <dc:creator>BIAM</dc:creator>
  <cp:lastModifiedBy>BIAM</cp:lastModifiedBy>
  <cp:revision>34</cp:revision>
  <dcterms:created xsi:type="dcterms:W3CDTF">2026-01-08T09:13:22Z</dcterms:created>
  <dcterms:modified xsi:type="dcterms:W3CDTF">2026-01-11T08:37:01Z</dcterms:modified>
</cp:coreProperties>
</file>